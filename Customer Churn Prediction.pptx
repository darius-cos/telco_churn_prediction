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Proiect end-to-end de Data Science: prezicem dacă un client de telecom va pleca. IBM Telco dataset, 7043 clienți.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Telecom pierde clienți lunar. Retenția e mult mai ieftină. 26.54% au plecat. Soluția: predicție proactivă.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IBM Telco pe Kaggle: 7043 clienți, 21 coloane. Features demografice, servicii, contract, plată. Target dezechilibrat → SMOTE.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 insight-uri: clienții noi pleacă mai des; factura mare crește riscul; contractul lunar are 42.71% churn vs 2.83% la 2 ani.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curățare → One-Hot encoding → StandardScaler → split 80/20 stratificat → SMOTE. Rezultat: 30 features, 8274 exemple antrenare.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Metrică principală ROC-AUC. Logistic Regression câștigă pe toate. Recall contează: False Negatives costisitoare.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Streamlit: predicție în timp real, probabilitate churn, nivel risc, simulare What-If (schimbă contractul sau prețul) și recomandarea celei mai bune intervenții.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Modelul identifică 74% din cei care pleacă. Cel mai important factor: tipul de contract. Interfața permite simularea intervențiilor. Stack complet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2026-06-25T07:42:55Z</dcterms:created>
  <dcterms:modified xsi:type="dcterms:W3CDTF">2026-06-25T07:42:55Z</dcterms:modified>
</cp:coreProperties>
</file>